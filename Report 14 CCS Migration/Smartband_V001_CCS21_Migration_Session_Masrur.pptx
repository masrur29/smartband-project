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Smartband V001 — Rev1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CCS 21 Migration &amp; Debug Session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44348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Masrur Jamil Prochchhod  ·  Hochschule Hamm-Lippstadt  ·  Prof. Giovanni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1188720" cy="54864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CCS 12.8.1 → CCS 21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766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The trigger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374151"/>
                </a:solidFill>
              </a:rPr>
              <a:t>CCS 12.8.1 stopped enumerating the onboard XDS110 debug probe — Windows “Code 28” driver error, unresolvable within the existing install.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The response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Installed CCS 21 as a fresh, separate toolchain — reusing the existing SDK 5.30.1.11, and manually adding the classic ti-cgt-arm 20.2.7.LTS compiler (CCS 21 defaults to TI ARM Clang, incompatible with this SDK).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155448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7818120" y="160934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CCS 21 (Wireless Connectivity)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2267712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23225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ti-cgt-arm 20.2.7.LTS (manual)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0" y="2980944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30358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SDK 5.30.1.11 (reused)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3694176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7818120" y="3749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XDCtools 3.51.3.28 (reused)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Independent Build Blockers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CCS 21’s project generator did not reproduce CCS 12.8.1’s working configuration. Each issue below masked the next until resolved, in order encountered: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206654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Wrong active build config repeatedly edited (FlashROM_Library_PTM, not the active FlashROM_Library)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296265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Missing workspace-level SDK path variable → “69 unresolved linked resources”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03904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5568" y="385876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Missing XDCtools packages include path → intermittent xdc/std.h errors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700016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47548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Missing / duplicated NPI include path across two SDK trees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596128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5687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5568" y="56509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osal_cbtimer.c &amp; rom_init.c needed explicit exclusion from build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011680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30568" y="206654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C89 vs. C99 mismatch — required enabling --c99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2907792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6373368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30568" y="296265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Stale macro name in vendor source (mb_patch.c) — patched directly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3803904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3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6373368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30568" y="385876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Missing USE_ICALL / ICALL_LITE / STACK_LIBRARY predefines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4700016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3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6373368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9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30568" y="47548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Linker library list stripped to just libc.a — rebuilt from scratch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5596128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3F4F6"/>
          </a:solidFill>
          <a:ln/>
        </p:spPr>
      </p:sp>
      <p:sp>
        <p:nvSpPr>
          <p:cNvPr id="33" name="Text 31"/>
          <p:cNvSpPr/>
          <p:nvPr/>
        </p:nvSpPr>
        <p:spPr>
          <a:xfrm>
            <a:off x="6373368" y="5687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30568" y="56509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Outer/inner duplicate-named project folders confusing the importer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STACK_LIBRARY Define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92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The single fix with the widest blast radius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74151"/>
                </a:solidFill>
              </a:rPr>
              <a:t>icall_api_idx.h branches on #ifndef STACK_LIBRARY. Without that define, the app pulled in ble_dispatch_lite_idx.h — an unfinished code-generation template, not real firmware.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Symptom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74151"/>
                </a:solidFill>
              </a:rPr>
              <a:t>Gap_RegisterConnEventCb and MAX_NUM_BLE_CONNS came back “undefined” — looked like a missing include, was actually a missing #define.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Fix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Add STACK_LIBRARY alongside USE_ICALL and ICALL_LITE in the app project’s predefined symbols — all three must be present together.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554480"/>
            <a:ext cx="4206240" cy="4297680"/>
          </a:xfrm>
          <a:prstGeom prst="roundRect">
            <a:avLst>
              <a:gd name="adj" fmla="val 1739"/>
            </a:avLst>
          </a:prstGeom>
          <a:solidFill>
            <a:srgbClr val="1F2937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</a:rPr>
              <a:t>Predefined Symbols (app project)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35240" y="2240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DeviceFamily_CC26X0R2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35240" y="2624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CC2640R2_LAUNCHXL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35240" y="30083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ICALL_JT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35240" y="33924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ICALL_EVENTS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3776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ICALL_STACK0_ADDR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35240" y="4160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USE_ICALL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35240" y="4544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ICALL_LITE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35240" y="49286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STACK_LIBRARY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Evidence, in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icall_api_idx.h — the branch that decided everything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3392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#ifndef STACK_LIBRARY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#include "ble_dispatch_lite_idx.h"   // &lt;&lt;INSERT:...&gt;&gt; template, incomplete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real, populated #define IDX_Gap_RegisterConnEventCb 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#endif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Without STACK_LIBRARY, the app silently took the template branch — producing “undefined identifier” errors that looked like a missing #include, not a missing #define.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mb_patch.c — a stale macro name from an out-of-sync SDK header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61772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754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#20: identifier "INT_RFC_CPE1" is undefined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#20: identifier "INT_RFC_CPE0" is undefined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4617720"/>
            <a:ext cx="5532120" cy="1051560"/>
          </a:xfrm>
          <a:prstGeom prst="roundRect">
            <a:avLst>
              <a:gd name="adj" fmla="val 5217"/>
            </a:avLst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47548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hw_ints.h (current driverlib):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INT_RFC_CPE_1   18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INT_RFC_CPE_0   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XDS110 Connection Recovery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4708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Error -242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Router subpath inaccessible — wiring, jumper and probe firmware all ruled out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962656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8254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Error -2131 / -241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17296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Register access failure → SC_ERR_ROUTER_SECURE_SUBPATH — CC2640R2F debug interface is CCFG-locked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31336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07822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9410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UniFlash: Force Mass Erase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28853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Settings &amp; Utilities → Erase Entire Flash — clears the CCFG lock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193792"/>
            <a:ext cx="457200" cy="45720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5056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CCS 21 connects normally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540410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Flash and debug restored; board runs and advertises correctly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Confirmed Working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DCFCE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2821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803D"/>
                </a:solidFill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BLE Stack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16916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Advertises as “Simple Peripheral”, connects in nRF Connect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DCFCE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6090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803D"/>
                </a:solidFill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26243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OLED Display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262432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SSD1306 renders sensor data correctly (debugger attached)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DCFCE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9359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803D"/>
                </a:solidFill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355701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I2C Sensors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3557016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LIS331, MAX30102, MAX30205 all read correctly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DCFCE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526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803D"/>
                </a:solidFill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448970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Build &amp; Flash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448970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Clean build → flash → run cycle fully functional under CCS 21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ISSUE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Cold-Boot Power Loss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</a:rPr>
              <a:t>With the LaunchPad disconnected, cycling the PeakTech bench supply causes the board to lose power entirely rather than reboot.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Passive components checked — all measured correctly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64240" cy="914400"/>
        </p:xfrm>
        <a:graphic>
          <a:graphicData uri="http://schemas.openxmlformats.org/drawingml/2006/table">
            <a:tbl>
              <a:tblPr/>
              <a:tblGrid>
                <a:gridCol w="667512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Expected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I2C SCL pull-up (R103) → 3V3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~10 kΩ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</a:rPr>
                        <a:t>✓ OK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I2C SDA pull-up (R104) → 3V3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~10 kΩ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</a:rPr>
                        <a:t>9.92 kΩ – OK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nRESET pull-up (R1) → 3V3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~100 kΩ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</a:rPr>
                        <a:t>98.8 kΩ – OK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JTAG TDI/TDO pulls (R17/R18, DNM)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Open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</a:rPr>
                        <a:t>✓ OK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I2C0 pin map in firmware (SCL=IOID_5, SDA=IOID_6)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Matches Rev1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</a:rPr>
                        <a:t>✓ OK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Pick 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2996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Continuity check (board unpowered): P10 Extern-Pwr side → P1 pin 16 (VBAT)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44368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236976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30175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Visual inspection of the P10 header for a cold solder joint or bent pin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151376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3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44398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422452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Repeat standalone-boot test on LiPo + TP4056 once battery arrives — isolates PeakTech current-limit behaviour as a factor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CCS 21 migration: complete.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</a:rPr>
              <a:t>Build, flash, debug, BLE and sensors all confirmed working.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</a:rPr>
              <a:t>One open hardware item remains: standalone cold-boot power.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188720" cy="54864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2026-07-23T11:46:00Z</dcterms:created>
  <dcterms:modified xsi:type="dcterms:W3CDTF">2026-07-23T11:46:00Z</dcterms:modified>
</cp:coreProperties>
</file>