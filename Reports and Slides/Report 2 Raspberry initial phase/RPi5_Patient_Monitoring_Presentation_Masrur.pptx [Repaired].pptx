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2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69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82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011680" cy="2011680"/>
          </a:xfrm>
          <a:prstGeom prst="ellipse">
            <a:avLst/>
          </a:prstGeom>
          <a:solidFill>
            <a:srgbClr val="388E3C">
              <a:alpha val="40000"/>
            </a:srgbClr>
          </a:solidFill>
          <a:ln w="12700">
            <a:solidFill>
              <a:srgbClr val="388E3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176363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on Raspberry Pi 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5029200" cy="0"/>
          </a:xfrm>
          <a:prstGeom prst="line">
            <a:avLst/>
          </a:prstGeom>
          <a:noFill/>
          <a:ln w="1905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0604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(HSHL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 |  Python 3  |  Blynk IoT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Project  |  </a:t>
            </a:r>
            <a:fld id="{4CFACD04-F060-4E91-902E-EBAC0E5E51F9}" type="slidenum">
              <a:rPr lang="en-US" sz="100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fld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23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Raspberry Pi 5 based patient monitoring prototype with local hardware output and cloud sync.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63824" y="7772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777240"/>
            <a:ext cx="2743200" cy="4114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(Simulated)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3552" y="1261872"/>
            <a:ext cx="2523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Acceleration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generated via sim.py — no physical sensors wired in this phase.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71616" y="7772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77724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1344" y="1261872"/>
            <a:ext cx="2523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HD44780 16×2 LCD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(GPIO, 4-bit mode)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Piezo Buzzer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 Pin 17)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 — Raspberry Pi 5 + GPIO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HD44780 16×2 LCD — 4-Bit Parallel Mode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2860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078992"/>
            <a:ext cx="1828800" cy="347472"/>
          </a:xfrm>
          <a:prstGeom prst="rect">
            <a:avLst/>
          </a:prstGeom>
          <a:solidFill>
            <a:srgbClr val="A5D6A7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33472" y="11430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463040"/>
            <a:ext cx="182880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270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(Enable)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1527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22860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847088"/>
            <a:ext cx="1828800" cy="347472"/>
          </a:xfrm>
          <a:prstGeom prst="rect">
            <a:avLst/>
          </a:prstGeom>
          <a:solidFill>
            <a:srgbClr val="A5D6A7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11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33472" y="1911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3113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231136"/>
            <a:ext cx="182880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95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33472" y="22951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22860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615184"/>
            <a:ext cx="1828800" cy="347472"/>
          </a:xfrm>
          <a:prstGeom prst="rect">
            <a:avLst/>
          </a:prstGeom>
          <a:solidFill>
            <a:srgbClr val="A5D6A7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79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33472" y="26791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999232"/>
            <a:ext cx="182880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632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33472" y="3063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Piezo Buzzer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76732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767328"/>
            <a:ext cx="73152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221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Pin 17  |  Direct Digital Drive (HIGH/LOW)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PWM required — triggers instantly on threshold breach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Vital Parameters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107899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078992"/>
            <a:ext cx="73152" cy="1051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19472" y="1426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40 – 150 BPM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 / cardiac monitoring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24942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249424"/>
            <a:ext cx="73152" cy="10515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9472" y="2596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35°C – 42°C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19472" y="2843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/ hypothermia detection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419856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419856"/>
            <a:ext cx="73152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(3-axis)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19472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– 5 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19472" y="40142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/ motion monitoring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STRUGGLE — SD Card Boot Failure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017520" cy="2103120"/>
          </a:xfrm>
          <a:prstGeom prst="rect">
            <a:avLst/>
          </a:prstGeom>
          <a:solidFill>
            <a:srgbClr val="FCE4EC"/>
          </a:solidFill>
          <a:ln w="19050">
            <a:solidFill>
              <a:srgbClr val="EF9A9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0175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Pink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27980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boot attempt produced:
</a:t>
            </a: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Solid pink / rainbow screen
→  Error messages then halt
→  Occasional partial boot → freeze
→  Rare successful boots that wouldn't repeat
</a:t>
            </a: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passed with no usable system.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777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Causes Investigated: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115568"/>
            <a:ext cx="246888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1115568"/>
            <a:ext cx="2834640" cy="347472"/>
          </a:xfrm>
          <a:prstGeom prst="rect">
            <a:avLst/>
          </a:prstGeom>
          <a:solidFill>
            <a:srgbClr val="EEF7EE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17957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SD filesystem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53328" y="1179576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cannot read boot partition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499616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499616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56362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SD sectors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53328" y="156362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wear causing intermittent failures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883664"/>
            <a:ext cx="246888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883664"/>
            <a:ext cx="2834640" cy="347472"/>
          </a:xfrm>
          <a:prstGeom prst="rect">
            <a:avLst/>
          </a:prstGeom>
          <a:solidFill>
            <a:srgbClr val="EEF7EE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94767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card speed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19476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too slow for Pi 5's I/O demands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2267712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267712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3317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Underpowered supply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3328" y="233172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draws more current than earlier models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2651760"/>
            <a:ext cx="246888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2651760"/>
            <a:ext cx="2834640" cy="347472"/>
          </a:xfrm>
          <a:prstGeom prst="rect">
            <a:avLst/>
          </a:prstGeom>
          <a:solidFill>
            <a:srgbClr val="EEF7EE"/>
          </a:solidFill>
          <a:ln w="6350">
            <a:solidFill>
              <a:srgbClr val="CC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271576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OS image write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53328" y="271576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flash incomplete or corrupted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859536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99232"/>
            <a:ext cx="73152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044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Resolution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" y="3364992"/>
            <a:ext cx="8339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exhausting all other options, the SD card was replaced with a new high-quality Class 10 / U3 card.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 5 booted cleanly and consistently on every subsequent power cycle — immediately and definitively.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SD cards are a common point of failure on Pi 5. Use a Class 10/U3 card or NVMe SSD from the outset.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CHALLENGE A — Wayland Display Driver Conflict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274320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plot window opened completely blank — or threw a display server exception immediately on launch. No plot content rendered at 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63824" y="7772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777240"/>
            <a:ext cx="274320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3552" y="123444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migrated from X11 → Wayland desktop protocol. matplotlib defaulted to the QtAgg backend, which tried to open via X11. On a Wayland system, QT_QPA_PLATFORM mismatch caused the rendering pipeline to fail entirely.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7772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77724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1344" y="123444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Force-switch matplotlib to the TkAgg backend before any other import. Tkinter canvas renders correctly under Wayland without the Qt/X11 dependency.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246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one line before all other matplotlib code: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8595360" cy="1078992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66160"/>
            <a:ext cx="73152" cy="1078992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21024"/>
            <a:ext cx="8321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
matplotlib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</a:t>
            </a: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'TkAgg'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2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Must be called BEFORE importing matplotlib.pyplot
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CHALLENGE B — CSV Race Conditions &amp; Memory Leaks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File Zeroing Race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sim.py used write mode ('w') — erasing the entire CSV on every loop. Reading scripts caught the file at 0 bytes, causing flat lines, index errors, and crashes.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160520" cy="3657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955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Memory Leak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21615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FuncAnimation appended data arrays on every frame with no size limit. Arrays grew indefinitely, consuming RAM until the system slowed and failed.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Resolution: Append-and-Trim Pattern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2029968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73152" cy="20299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WRITE: append only — never overwrites the file
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open(FILENAME, </a:t>
            </a: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newline=</a:t>
            </a: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f:
    writer.writerow([hr, tmp, acc, t_now, d_now])
</a:t>
            </a:r>
            <a:r>
              <a:rPr lang="en-US" sz="11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READ: moving window — discards corrupted frames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 = list(csv.reader(f))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len(lines) &lt; 2: return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recent = lines[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-20: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r>
              <a:rPr lang="en-US" sz="11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20 rows only
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(ValueError, IndexError, csv.Error):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ARCHITECTURE — Data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749808"/>
            <a:ext cx="27432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18688" y="777240"/>
            <a:ext cx="2706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sim.py  (Simulator)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HR, Temp, Accel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527048"/>
            <a:ext cx="0" cy="384048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572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Append-and-Trim writes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911096"/>
            <a:ext cx="274320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1938528"/>
            <a:ext cx="27066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sensor_data.csv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broker — 50-row max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596896"/>
            <a:ext cx="0" cy="50292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2596896"/>
            <a:ext cx="2103120" cy="50292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099816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99816"/>
            <a:ext cx="32918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11810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medical_system.py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349300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 •  Buzzer alarm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mobile sync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099816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3099816"/>
            <a:ext cx="329184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311810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live_plot.py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50992" y="349300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stacked subplots  •  Fixed axes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flash on threshold breach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4105656"/>
            <a:ext cx="0" cy="118872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224528"/>
            <a:ext cx="329184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4251960"/>
            <a:ext cx="3145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Blynk IoT Cloud  —  Mobile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VISUALIZATION — Threshold Monitoring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274320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Range: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73352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150 BPM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636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73352" y="16367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BPM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73352" y="20391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→ 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" y="2487168"/>
            <a:ext cx="2596896" cy="502920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328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ax1.set_facecolor('#ffcccc' if hrs[-1] &gt; 100 else 'white')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63824" y="77724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63824" y="777240"/>
            <a:ext cx="274320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73552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Range: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81144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35°C – 42°C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73552" y="1636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81144" y="16367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38.5°C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73552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81144" y="20391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→ 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36976" y="2487168"/>
            <a:ext cx="2596896" cy="502920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5328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ax2.set_facecolor('#ffcccc' if tmps[-1] &gt; 38.5 else 'white')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71616" y="77724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77724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81344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Range: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88936" y="1234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 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81344" y="1636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88936" y="16367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81344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88936" y="20391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→ 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44768" y="2487168"/>
            <a:ext cx="2596896" cy="502920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25328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ax3.set_facecolor('#ffcccc' if accs[-1] &gt; 2.0 else 'white')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3712464"/>
            <a:ext cx="8595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712464"/>
            <a:ext cx="73152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749040"/>
            <a:ext cx="8339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Fixed axis ranges (not auto-scale) prevent clinical variations from being visually compressed and missed. Each subplot also shows a dashed horizontal threshold line as a persistent reference even when values are within normal range.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System  |  HSHL Internship  |  Masrur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E7D32">
              <a:alpha val="35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Resolved: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[Hardware]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pink screen — replaced card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[Software]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Wayland/Qt blank plot — TkAgg fix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359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[Software]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race condition — append-and-trim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[Software]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— moving-window reads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4198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[Software]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line rendering — defensive parsing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868680"/>
            <a:ext cx="3931920" cy="3749040"/>
          </a:xfrm>
          <a:prstGeom prst="rect">
            <a:avLst/>
          </a:prstGeom>
          <a:solidFill>
            <a:srgbClr val="0A3D12">
              <a:alpha val="8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Wire real sensors: MAX30102, DS18B20, MPU6050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Migrate to NVMe SSD for reliable storage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CSV broker with MQTT messaging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multi-patient support &amp; identity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on edge device with UPS backup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 |  Masrur  |  Raspberry Pi 5 Patient Monitoring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898</Words>
  <Application>Microsoft Office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Patient Monitoring — Raspberry Pi 5</dc:title>
  <dc:subject>PptxGenJS Presentation</dc:subject>
  <dc:creator>Masrur</dc:creator>
  <cp:lastModifiedBy>Masrur Jamil Prochchhod</cp:lastModifiedBy>
  <cp:revision>2</cp:revision>
  <dcterms:created xsi:type="dcterms:W3CDTF">2026-06-03T09:46:45Z</dcterms:created>
  <dcterms:modified xsi:type="dcterms:W3CDTF">2026-06-03T09:52:11Z</dcterms:modified>
</cp:coreProperties>
</file>