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286000" cy="2286000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ISSUES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RESOLUTIONS REPORT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Smartband  ·  Task 3 Development Log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816352"/>
            <a:ext cx="5029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44368"/>
            <a:ext cx="5943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 Jamil Prochchhod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2210028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v12.8.1  ·  TI CC2640R2 SDK v5.30.01.11  ·  Windows 11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Project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ENVIRONMENT — Context &amp;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38404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046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CC2640R2FRSMR BLE SoC (Smartband V001)
</a:t>
            </a:r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Composer Studio v12.8.1
</a:t>
            </a:r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SimpleLink CC2640R2 SDK v5.30.01.11
</a:t>
            </a:r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workspace: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workspace_v12
</a:t>
            </a:r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workspace: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workspace_v13
</a:t>
            </a:r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firmware to compile and link on a fresh machine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77724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777240"/>
            <a:ext cx="42976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804672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 — All Resolved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335024"/>
            <a:ext cx="438912" cy="43891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35331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30368" y="131673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build_config.opt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57276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25+ source files failed — compiler options file absent from repo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2386584"/>
            <a:ext cx="438912" cy="43891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40487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0368" y="23682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BLE Stack Library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26243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could not find the 3 required binary stack files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343814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45643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0368" y="34198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Mismatch gapbondmgr.h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36758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declared 2 functions differently from compiled library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4224528"/>
            <a:ext cx="4078224" cy="2926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242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3 issues resolved  ·  0 errors  ·  Build completed 28 May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 Environment Report  ·  Band01_Rev1  ·  Task 3  ·  Masrur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 — Missing build_config.opt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46304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4928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560320" cy="3328416"/>
          </a:xfrm>
          <a:prstGeom prst="rect">
            <a:avLst/>
          </a:prstGeom>
          <a:solidFill>
            <a:srgbClr val="F8FB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98448"/>
            <a:ext cx="24140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open command file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'/TOOLS/build_config.opt'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such file or directory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Repeated for ALL 25+ source files.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 error: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#error "RF_SINGLEMODE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missing" at line 64 of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RFCC26XX_singleMode.c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777240"/>
            <a:ext cx="27432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777240"/>
            <a:ext cx="274320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73552" y="1234440"/>
            <a:ext cx="2560320" cy="3328416"/>
          </a:xfrm>
          <a:prstGeom prst="rect">
            <a:avLst/>
          </a:prstGeom>
          <a:solidFill>
            <a:srgbClr val="F8FB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298448"/>
            <a:ext cx="24140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CCS project references: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--cmd-file="${REF_PROJECT_1_LOC}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/TOOLS/build_config.opt"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REF_PROJECT_1_LOC pointed to the stack project folder — never committed to GitHub.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 fresh machine this resolves to /TOOLS/... — a path that doesn't exist.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777240"/>
            <a:ext cx="27432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777240"/>
            <a:ext cx="274320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795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1344" y="1234440"/>
            <a:ext cx="2560320" cy="3328416"/>
          </a:xfrm>
          <a:prstGeom prst="rect">
            <a:avLst/>
          </a:prstGeom>
          <a:solidFill>
            <a:srgbClr val="F8FB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1298448"/>
            <a:ext cx="24140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Manually created: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C:\TOOLS\build_config.opt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8 required preprocessor flags: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-DRF_SINGLEMODE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-DUSE_ICALL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-DICALL_LITE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-DPOWER_SAVING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-DHEAPMGR_SIZE=0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-DMAX_NUM_BLE_CONNS=1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to repo 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TOOLS/build_config.opt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 Environment Report  ·  Band01_Rev1  ·  Task 3  ·  Masrur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 — Missing BLE Stack Library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46304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4928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Errors: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4114800" cy="1417320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42416"/>
            <a:ext cx="64008" cy="1417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97280"/>
            <a:ext cx="3886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#10008-D cannot find "/FlashROM_Library/.lib"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#10008-D cannot find "/FlashROM_Library/ble_r2.symbols"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#10008-D cannot find "/FlashROM_Library/lib_linker.cmd"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#10192 Failed linktime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"RF_cancelCmd" redeclared... (15+ more)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871216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71216"/>
            <a:ext cx="64008" cy="17739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26080"/>
            <a:ext cx="3858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files are compiled outputs of the BLE stack library project (smart_band_v001_stack_library) — never committed to repo (binary files).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used BLE5 stack by mistake → 20+ new symbol conflicts. Correct stack: blestack (BLE4), not ble5stack.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74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— 3 Files Required: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4241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42416"/>
            <a:ext cx="64008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42646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library binary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C:\FlashROM_Library\.lib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3113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31136"/>
            <a:ext cx="64008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04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lib_linker.cmd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61518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command file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C:\FlashROM_Library\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lib_linker.cmd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419856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419856"/>
            <a:ext cx="64008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4930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ble_r2.symbols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8039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export 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C:\FlashROM_Library\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ble_r2.symbols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803904"/>
            <a:ext cx="4206240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803904"/>
            <a:ext cx="64008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8404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These are binary files — cannot be committed to the repo.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developer must build the BLE4 stack library from SDK blestack examples and copy the 3 files to C:\FlashROM_Library\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 Environment Report  ·  Band01_Rev1  ·  Task 3  ·  Masrur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3 — gapbondmgr.h Header Mismatch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1463040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4928" y="1280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RESOLVED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Linker Errors: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42416"/>
            <a:ext cx="8595360" cy="914400"/>
          </a:xfrm>
          <a:prstGeom prst="rect">
            <a:avLst/>
          </a:prstGeom>
          <a:solidFill>
            <a:srgbClr val="1A2530"/>
          </a:solidFill>
          <a:ln w="12700">
            <a:solidFill>
              <a:srgbClr val="1A253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42416"/>
            <a:ext cx="6400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78992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"GAPBondMgr_PasscodeRsp" redeclared with incompatible type: smart_band_v001_app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 "GAPBondMgr_Register" redeclared with incompatible type: smart_band_v001_app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#10192 Failed linktime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848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Header vs Library Version Mismatch: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3840480" cy="1005840"/>
          </a:xfrm>
          <a:prstGeom prst="rect">
            <a:avLst/>
          </a:prstGeom>
          <a:solidFill>
            <a:srgbClr val="FFCDD2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441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Include/gapbondmgr.h  (repo copy)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72491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version — declares GAPBondMgr_PasscodeRsp and GAPBondMgr_Register with outdated parameter types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5029200" y="2395728"/>
            <a:ext cx="3840480" cy="10058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38928" y="2441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.lib  (from current SDK)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38928" y="272491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— same functions compiled with updated signatures. Linker detects conflict and refuses to link.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547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64008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877056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</a:t>
            </a:r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Include/gapbondmgr.h</a:t>
            </a:r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correct version from:
</a:t>
            </a:r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C:\ti\simplelink_cc2640r2_sdk_5_30_01_11\source\ti\blestack\profiles\roles\gapbondmgr.h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committed back to repository so future developers get the correct header on clone.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 Environment Report  ·  Band01_Rev1  ·  Task 3  ·  Masrur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BUILD RESULT — 0 Errors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smart_band_v001_app  —  BUILD SUCCESSFUL  —  0 Errors  —  28 May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issues resolved in sequence  ·  Output files generated  ·  Ready to flash via JTAG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 Generated: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267712"/>
            <a:ext cx="8595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67712"/>
            <a:ext cx="64008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smart_band_v001_app.out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Binary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591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CCS debugger for flashing and step-through debugging via JTAG probe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64008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smart_band_v001_app.hex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HEX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direct flashing tools — stored in repository from original build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84448"/>
            <a:ext cx="8595360" cy="594360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84448"/>
            <a:ext cx="64008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smart_band_v001_app.map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3675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 Map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675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 Flash and RAM memory usage for every compiled module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8595360" cy="347472"/>
          </a:xfrm>
          <a:prstGeom prst="rect">
            <a:avLst/>
          </a:prstGeom>
          <a:solidFill>
            <a:srgbClr val="BBDEFB">
              <a:alpha val="70000"/>
            </a:srgbClr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297680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32511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state: </a:t>
            </a:r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calls are currently commented out — transmits placeholder value </a:t>
            </a:r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0x7788</a:t>
            </a:r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BLE GATT. Ready to flash once JTAG probe and power supply are connected.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 Environment Report  ·  Band01_Rev1  ·  Task 3  ·  Masrur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DEVELOPER SETUP GUIDE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50392"/>
            <a:ext cx="438912" cy="43891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868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179576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TOOLS/build_config.opt and Include/gapbondmgr.h are now present — no manual recreation needed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671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TI SDK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478024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SimpleLink CC2640R2 SDK v5.30.01.11 required at C:\ti\simplelink_cc2640r2_sdk_5_30_01_11\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3741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47288"/>
            <a:ext cx="438912" cy="43891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34655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build stack library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776472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simple_peripheral_cc2640r2lp_stack_library from blestack SDK examples into a separate workspace (workspace_v13)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7772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850392"/>
            <a:ext cx="438912" cy="43891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8686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68112" y="868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3 output files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1179576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.lib, lib_linker.cmd, ble_r2.symbols from build output to C:\FlashROM_Library\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07568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148840"/>
            <a:ext cx="438912" cy="43891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1671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8112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 project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478024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smart_band_v001_app into workspace_v12 and build — should complete with 0 errors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37413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447288"/>
            <a:ext cx="438912" cy="438912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4655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68112" y="34655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via JTAG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3776472"/>
            <a:ext cx="3429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XDS110 debug probe, power the board, use CCS to flash smart_band_v001_app.out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Build Environment Report  ·  Band01_Rev1  ·  Task 3  ·  Masrur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2926080" cy="292608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28016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build_config.opt was absent from the repo — created and committed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128016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5564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755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BLE4 stack library missing — built from SDK blestack examples, placed at C:\FlashROM\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128016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50545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5054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gapbondmgr.h out of sync with SDK — replaced with correct version and committed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1280160" cy="566928"/>
          </a:xfrm>
          <a:prstGeom prst="rect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5526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2552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errors · Build completed 28 May 2026 · .out, .hex, .map files generated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1280160" cy="566928"/>
          </a:xfrm>
          <a:prstGeom prst="rect">
            <a:avLst/>
          </a:prstGeom>
          <a:solidFill>
            <a:srgbClr val="BBDEFB">
              <a:alpha val="80000"/>
            </a:srgbClr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0050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40050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placeholder 0x7788 via BLE GATT — ready to flash once JTAG probe available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Smartband  ·  Task 3  ·  Masrur Jamil Prochchhod  ·  Matriculation: 2210028  ·  HSHL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Firmware Build Environment Issues — Band01_Rev1</dc:title>
  <dc:subject>PptxGenJS Presentation</dc:subject>
  <dc:creator>Masrur Jamil Prochchhod</dc:creator>
  <cp:lastModifiedBy>Masrur Jamil Prochchhod</cp:lastModifiedBy>
  <cp:revision>1</cp:revision>
  <dcterms:created xsi:type="dcterms:W3CDTF">2026-06-03T10:03:19Z</dcterms:created>
  <dcterms:modified xsi:type="dcterms:W3CDTF">2026-06-03T10:03:19Z</dcterms:modified>
</cp:coreProperties>
</file>