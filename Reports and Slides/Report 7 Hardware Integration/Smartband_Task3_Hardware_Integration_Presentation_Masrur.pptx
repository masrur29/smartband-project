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822960"/>
            <a:ext cx="4114800" cy="4114800"/>
          </a:xfrm>
          <a:prstGeom prst="ellipse">
            <a:avLst/>
          </a:prstGeom>
          <a:solidFill>
            <a:srgbClr val="1565C0">
              <a:alpha val="35000"/>
            </a:srgbClr>
          </a:solidFill>
          <a:ln w="12700">
            <a:solidFill>
              <a:srgbClr val="1565C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2834640"/>
            <a:ext cx="2560320" cy="2560320"/>
          </a:xfrm>
          <a:prstGeom prst="ellipse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8404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Integration &amp;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1790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Demonstration Report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Peripheral Integration Phase  ·  Raspberry Pi 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50292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432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Masrur
</a:t>
            </a:r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Hochschule Hamm-Lippstadt (HSHL)
</a:t>
            </a:r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Band01_Rev1 (Private GitHub)
</a:t>
            </a:r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187952"/>
            <a:ext cx="8412480" cy="502920"/>
          </a:xfrm>
          <a:prstGeom prst="rect">
            <a:avLst/>
          </a:prstGeom>
          <a:solidFill>
            <a:srgbClr val="00695C">
              <a:alpha val="80000"/>
            </a:srgbClr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23367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Establish complete end-to-end health monitoring pipeline — BT, OLED, LED, buzzer, live plot, ThingsBoard cloud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HSHL Internship Project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011680" cy="32918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7724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749808"/>
            <a:ext cx="1828800" cy="32918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7772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749808"/>
            <a:ext cx="1188720" cy="32918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0832" y="77724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749808"/>
            <a:ext cx="3081528" cy="32918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77724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/ Address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078992"/>
            <a:ext cx="2011680" cy="512064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1078992"/>
            <a:ext cx="1828800" cy="512064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078992"/>
            <a:ext cx="1188720" cy="512064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1078992"/>
            <a:ext cx="3081528" cy="512064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078992"/>
            <a:ext cx="64008" cy="51206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1978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50592" y="11978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70832" y="119786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50992" y="1197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1645920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1645920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0" y="1645920"/>
            <a:ext cx="1188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1645920"/>
            <a:ext cx="308152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1645920"/>
            <a:ext cx="64008" cy="5120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647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Pmod BT2 (RN-42)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50592" y="176479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Module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70832" y="176479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50992" y="17647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GPIO14 (TX), GPIO15 (RX)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212848"/>
            <a:ext cx="2011680" cy="512064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77440" y="2212848"/>
            <a:ext cx="1828800" cy="512064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97680" y="2212848"/>
            <a:ext cx="1188720" cy="512064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0" y="2212848"/>
            <a:ext cx="3081528" cy="512064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212848"/>
            <a:ext cx="64008" cy="51206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331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SSD1306 128×64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50592" y="233172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70832" y="2331720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50992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0x3C  ·  SDA: GPIO2, SCL: GPIO3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2779776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2779776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97680" y="2779776"/>
            <a:ext cx="1188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77840" y="2779776"/>
            <a:ext cx="308152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2779776"/>
            <a:ext cx="64008" cy="5120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28986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450592" y="289864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Cathode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370832" y="2898648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50992" y="2898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Red: GPIO27  ·  Green: GPIO26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" y="3346704"/>
            <a:ext cx="2011680" cy="512064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0" y="3346704"/>
            <a:ext cx="1828800" cy="512064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97680" y="3346704"/>
            <a:ext cx="1188720" cy="512064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77840" y="3346704"/>
            <a:ext cx="3081528" cy="512064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3346704"/>
            <a:ext cx="64008" cy="51206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655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Buzzer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450592" y="3465576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Module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370832" y="3465576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650992" y="3465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GPIO17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74320" y="3913632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0" y="3913632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97680" y="3913632"/>
            <a:ext cx="11887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77840" y="3913632"/>
            <a:ext cx="308152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3913632"/>
            <a:ext cx="64008" cy="51206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1480" y="40325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T-Shaped Extension Board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450592" y="403250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Extender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370832" y="4032504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 Cable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650992" y="4032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40-pin breakout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 ·  Hardware Integration &amp; System Demonstration  ·  Task 3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&amp; PIN MAPPING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64008" cy="12070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49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SSD1306 (I2C)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069848"/>
            <a:ext cx="91440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069848"/>
            <a:ext cx="164592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1800" y="1069848"/>
            <a:ext cx="73152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0642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89888" y="11064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 (left)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11064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344168"/>
            <a:ext cx="91440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1344168"/>
            <a:ext cx="16459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1344168"/>
            <a:ext cx="7315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3807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89888" y="13807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(left)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13807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1618488"/>
            <a:ext cx="91440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5880" y="1618488"/>
            <a:ext cx="164592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1618488"/>
            <a:ext cx="73152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16550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89888" y="16550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SDA1 (left)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16550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1892808"/>
            <a:ext cx="91440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5880" y="1892808"/>
            <a:ext cx="16459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1892808"/>
            <a:ext cx="7315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19293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89888" y="19293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SCL1 (left)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19293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212848"/>
            <a:ext cx="64008" cy="1207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212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Pmod BT2 Bluetooth (UART)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2532888"/>
            <a:ext cx="109728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08760" y="2532888"/>
            <a:ext cx="164592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54680" y="2532888"/>
            <a:ext cx="73152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25694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2 (RX)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572768" y="25694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TXD0 (right)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0" y="25694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2807208"/>
            <a:ext cx="10972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08760" y="2807208"/>
            <a:ext cx="16459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54680" y="2807208"/>
            <a:ext cx="7315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28437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3 (TX)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572768" y="28437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RXD0 (right)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00400" y="28437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11480" y="3081528"/>
            <a:ext cx="109728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08760" y="3081528"/>
            <a:ext cx="164592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54680" y="3081528"/>
            <a:ext cx="731520" cy="246888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" y="3118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5 (GND)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572768" y="31181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(right)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00400" y="31181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1480" y="3355848"/>
            <a:ext cx="10972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08760" y="3355848"/>
            <a:ext cx="16459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54680" y="3355848"/>
            <a:ext cx="73152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" y="33924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6 (VCC)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572768" y="33924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 (left)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200400" y="33924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e13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63440" y="749808"/>
            <a:ext cx="64008" cy="26700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749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 &amp; Buzzer (GPIO)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800600" y="1069848"/>
            <a:ext cx="1234440" cy="246888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1088136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080760" y="1069848"/>
            <a:ext cx="594360" cy="246888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1088136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720840" y="1069848"/>
            <a:ext cx="685800" cy="246888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66560" y="108813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Label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452360" y="1069848"/>
            <a:ext cx="1389888" cy="246888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98080" y="1088136"/>
            <a:ext cx="1298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800600" y="1316736"/>
            <a:ext cx="1234440" cy="384048"/>
          </a:xfrm>
          <a:prstGeom prst="rect">
            <a:avLst/>
          </a:prstGeom>
          <a:solidFill>
            <a:srgbClr val="E8F5E9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80760" y="1316736"/>
            <a:ext cx="594360" cy="384048"/>
          </a:xfrm>
          <a:prstGeom prst="rect">
            <a:avLst/>
          </a:prstGeom>
          <a:solidFill>
            <a:srgbClr val="E8F5E9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20840" y="1316736"/>
            <a:ext cx="685800" cy="384048"/>
          </a:xfrm>
          <a:prstGeom prst="rect">
            <a:avLst/>
          </a:prstGeom>
          <a:solidFill>
            <a:srgbClr val="E8F5E9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52360" y="1316736"/>
            <a:ext cx="1389888" cy="384048"/>
          </a:xfrm>
          <a:prstGeom prst="rect">
            <a:avLst/>
          </a:prstGeom>
          <a:solidFill>
            <a:srgbClr val="E8F5E9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00600" y="1316736"/>
            <a:ext cx="64008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92040" y="140817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 Red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126480" y="140817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GPIO27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766560" y="14081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GPIO27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498080" y="14081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a40 via 330Ω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800600" y="1755648"/>
            <a:ext cx="1234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1755648"/>
            <a:ext cx="5943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720840" y="1755648"/>
            <a:ext cx="685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52360" y="1755648"/>
            <a:ext cx="13898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00600" y="1755648"/>
            <a:ext cx="64008" cy="3840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92040" y="184708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 Green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126480" y="18470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GPIO26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766560" y="18470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GPIO26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7498080" y="18470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a42 via 330Ω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800600" y="2194560"/>
            <a:ext cx="1234440" cy="384048"/>
          </a:xfrm>
          <a:prstGeom prst="rect">
            <a:avLst/>
          </a:prstGeom>
          <a:solidFill>
            <a:srgbClr val="E8F5E9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080760" y="2194560"/>
            <a:ext cx="594360" cy="384048"/>
          </a:xfrm>
          <a:prstGeom prst="rect">
            <a:avLst/>
          </a:prstGeom>
          <a:solidFill>
            <a:srgbClr val="E8F5E9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20840" y="2194560"/>
            <a:ext cx="685800" cy="384048"/>
          </a:xfrm>
          <a:prstGeom prst="rect">
            <a:avLst/>
          </a:prstGeom>
          <a:solidFill>
            <a:srgbClr val="E8F5E9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52360" y="2194560"/>
            <a:ext cx="1389888" cy="384048"/>
          </a:xfrm>
          <a:prstGeom prst="rect">
            <a:avLst/>
          </a:prstGeom>
          <a:solidFill>
            <a:srgbClr val="E8F5E9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800600" y="2194560"/>
            <a:ext cx="64008" cy="38404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92040" y="228600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 GND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126480" y="22860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GND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6766560" y="22860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7498080" y="2286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800600" y="2633472"/>
            <a:ext cx="1234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080760" y="2633472"/>
            <a:ext cx="5943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720840" y="2633472"/>
            <a:ext cx="685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52360" y="2633472"/>
            <a:ext cx="138988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800600" y="2633472"/>
            <a:ext cx="64008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892040" y="272491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(+)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6126480" y="272491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GPIO17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6766560" y="27249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GPIO17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7498080" y="272491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a30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4800600" y="3072384"/>
            <a:ext cx="1234440" cy="384048"/>
          </a:xfrm>
          <a:prstGeom prst="rect">
            <a:avLst/>
          </a:prstGeom>
          <a:solidFill>
            <a:srgbClr val="E8F5E9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080760" y="3072384"/>
            <a:ext cx="594360" cy="384048"/>
          </a:xfrm>
          <a:prstGeom prst="rect">
            <a:avLst/>
          </a:prstGeom>
          <a:solidFill>
            <a:srgbClr val="E8F5E9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20840" y="3072384"/>
            <a:ext cx="685800" cy="384048"/>
          </a:xfrm>
          <a:prstGeom prst="rect">
            <a:avLst/>
          </a:prstGeom>
          <a:solidFill>
            <a:srgbClr val="E8F5E9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452360" y="3072384"/>
            <a:ext cx="1389888" cy="384048"/>
          </a:xfrm>
          <a:prstGeom prst="rect">
            <a:avLst/>
          </a:prstGeom>
          <a:solidFill>
            <a:srgbClr val="E8F5E9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800600" y="3072384"/>
            <a:ext cx="64008" cy="38404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892040" y="316382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(−)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6126480" y="316382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GND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6766560" y="31638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7498080" y="316382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a34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 ·  Hardware Integration &amp; System Demonstration  ·  Task 3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&amp; DATA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Files: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64008" cy="420624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97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smartband_full_v3.py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63240" y="1097280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system — sensor simulation, OLED, LED, buzzer, BT, ThingsBoard, CSV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99616"/>
            <a:ext cx="8595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99616"/>
            <a:ext cx="64008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572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smartband_plot.py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63240" y="1572768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matplotlib dashboard — reads sensor_data.csv and plots live graphs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975104"/>
            <a:ext cx="8595360" cy="420624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75104"/>
            <a:ext cx="64008" cy="42062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048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font5x8.bin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3240" y="2048256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 font required by adafruit_ssd1306 for OLED text rendering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505456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(every 2 seconds):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816352"/>
            <a:ext cx="2286000" cy="59436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2834640"/>
            <a:ext cx="21945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Simulator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 ·  Temp  ·  Accel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0" y="3108960"/>
            <a:ext cx="365760" cy="0"/>
          </a:xfrm>
          <a:prstGeom prst="line">
            <a:avLst/>
          </a:prstGeom>
          <a:noFill/>
          <a:ln w="25400">
            <a:solidFill>
              <a:srgbClr val="1E88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2816352"/>
            <a:ext cx="1115568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054096" y="2834640"/>
            <a:ext cx="1042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sensor_data.csv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live_plot.py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33672" y="2816352"/>
            <a:ext cx="1115568" cy="594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270248" y="2834640"/>
            <a:ext cx="1042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MQTT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mqtt.eu.thingsboard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9824" y="2816352"/>
            <a:ext cx="1115568" cy="5943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2834640"/>
            <a:ext cx="1042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Pmod BT2 UART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Android SPP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65976" y="2816352"/>
            <a:ext cx="1115568" cy="5943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02552" y="2834640"/>
            <a:ext cx="1042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SSD1306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/ T / A display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82128" y="2816352"/>
            <a:ext cx="1115568" cy="5943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18704" y="2834640"/>
            <a:ext cx="10424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 + Buzzer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alert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547872"/>
            <a:ext cx="8595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547872"/>
            <a:ext cx="64008" cy="11155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593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Logic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" y="39136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Heart Rate &gt; 100 BPM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749040" y="39136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 LED flash + Buzzer ON + OLED emergency screen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38912" y="4160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Temperature &gt; 38.5°C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749040" y="41605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 LED flash + Buzzer ON + OLED emergency screen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38912" y="44074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Acceleration &gt; 2.0 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749040" y="44074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 LED flash + Buzzer ON + OLED emergency screen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 ·  Hardware Integration &amp; System Demonstration  ·  Task 3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INTEGRATION — Pmod BT2 (RN-42)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Details: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14630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1060704"/>
            <a:ext cx="256032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60704"/>
            <a:ext cx="6400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3385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10512" y="113385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Microchip RN-42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444752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1444752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444752"/>
            <a:ext cx="6400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5179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Name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10512" y="151790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RNBT-0793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14630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1828800"/>
            <a:ext cx="256032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828800"/>
            <a:ext cx="6400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9019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10512" y="19019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00:06:66:F9:07:93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212848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0" y="2212848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212848"/>
            <a:ext cx="6400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2860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 Rate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810512" y="22860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115200 bps, 8N1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596896"/>
            <a:ext cx="14630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7360" y="2596896"/>
            <a:ext cx="256032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596896"/>
            <a:ext cx="6400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6700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810512" y="26700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Bluetooth SPP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2980944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37360" y="2980944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980944"/>
            <a:ext cx="6400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05409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810512" y="305409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 (waits for incoming)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364992"/>
            <a:ext cx="146304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37360" y="3364992"/>
            <a:ext cx="256032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364992"/>
            <a:ext cx="6400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43814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810512" y="343814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(SA,0) — open pairing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3749040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37360" y="3749040"/>
            <a:ext cx="2560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749040"/>
            <a:ext cx="6400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82219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Device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810512" y="38221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/dev/serial0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63440" y="749808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749808"/>
            <a:ext cx="420624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777240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Method (v3)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73168" y="1170432"/>
            <a:ext cx="3986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UART (/dev/serial0) → Pmod BT2 → Wireless SPP to Android.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rfcomm dependency. Any Android device can connect directly to RNBT-0793 and receive live sensor data via Serial Bluetooth Terminal app.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2724912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2724912"/>
            <a:ext cx="4206240" cy="32918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274320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Data Format (Verified ✓)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773168" y="3127248"/>
            <a:ext cx="3986784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3163824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HR:75 T:36.6 A:1.2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773168" y="3566160"/>
            <a:ext cx="3986784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64608" y="3611880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!! EMERGENCY !! HR:115 T:39.2 A:2.8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4320" y="4169664"/>
            <a:ext cx="4114800" cy="475488"/>
          </a:xfrm>
          <a:prstGeom prst="rect">
            <a:avLst/>
          </a:prstGeom>
          <a:solidFill>
            <a:srgbClr val="1B5E20">
              <a:alpha val="90000"/>
            </a:srgbClr>
          </a:solidFill>
          <a:ln w="6350">
            <a:solidFill>
              <a:srgbClr val="A5D6A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2336" y="420624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Android verification: Paired with RNBT-0793 via Serial Bluetooth Terminal — live data stream confirmed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 ·  Hardware Integration &amp; System Demonstration  ·  Task 3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 &amp; THINGSBOARD CLOUD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SSD1306 Display Screens: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4206240" cy="56692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60704"/>
            <a:ext cx="64008" cy="56692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View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Temp, Accel, Timestamp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97480" y="12252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— alternates every 2s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82496"/>
            <a:ext cx="64008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373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View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19751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Time, ThingsBoard status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18470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— alternates every 2s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04288"/>
            <a:ext cx="4206240" cy="56692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04288"/>
            <a:ext cx="64008" cy="56692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591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View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25968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!! EMERGENCY !!, all sensor values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24688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threshold exceeded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26080"/>
            <a:ext cx="64008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809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Screen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32186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V001, HSHL Project, Starting...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30906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boot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547872"/>
            <a:ext cx="4206240" cy="566928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547872"/>
            <a:ext cx="64008" cy="56692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027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Screen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38404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OFF, Goodbye!, HSHL Project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97480" y="37124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interrupt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749808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749808"/>
            <a:ext cx="4160520" cy="3657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7772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Cloud (MQTT)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18888" y="1188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70448" y="1188720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mqtt.eu.thingsboard.cloud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18888" y="1682496"/>
            <a:ext cx="3913632" cy="0"/>
          </a:xfrm>
          <a:prstGeom prst="line">
            <a:avLst/>
          </a:prstGeom>
          <a:noFill/>
          <a:ln w="6350">
            <a:solidFill>
              <a:srgbClr val="DD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1737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70448" y="1737360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18888" y="2231136"/>
            <a:ext cx="3913632" cy="0"/>
          </a:xfrm>
          <a:prstGeom prst="line">
            <a:avLst/>
          </a:prstGeom>
          <a:noFill/>
          <a:ln w="6350">
            <a:solidFill>
              <a:srgbClr val="DDEE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870448" y="2286000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(paho-mqtt v2)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18888" y="2779776"/>
            <a:ext cx="3913632" cy="0"/>
          </a:xfrm>
          <a:prstGeom prst="line">
            <a:avLst/>
          </a:prstGeom>
          <a:noFill/>
          <a:ln w="6350">
            <a:solidFill>
              <a:srgbClr val="DDE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2834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870448" y="2834640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v1/devices/me/telemetry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18888" y="3328416"/>
            <a:ext cx="3913632" cy="0"/>
          </a:xfrm>
          <a:prstGeom prst="line">
            <a:avLst/>
          </a:prstGeom>
          <a:noFill/>
          <a:ln w="6350">
            <a:solidFill>
              <a:srgbClr val="DD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3383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870448" y="3383280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heartRate, temperature, acceleration,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hr_limit, temp_limit, acc_limit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18888" y="3877056"/>
            <a:ext cx="3913632" cy="0"/>
          </a:xfrm>
          <a:prstGeom prst="line">
            <a:avLst/>
          </a:prstGeom>
          <a:noFill/>
          <a:ln w="6350">
            <a:solidFill>
              <a:srgbClr val="DDEE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8888" y="3931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870448" y="3931920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— all local ops continue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(OLED, LED, buzzer, CSV, BT)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 ·  Hardware Integration &amp; System Demonstration  ·  Task 3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VERIFICATION — 14 Tests All Passed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9768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64008" cy="5303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24528" y="859536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24528" y="859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7955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Detection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033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i2cdetect -y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0" y="89611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0x3C detected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335024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335024"/>
            <a:ext cx="64008" cy="5303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1444752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4528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13807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16184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adafruit_ssd1306 text render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148132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displayed correctly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920240"/>
            <a:ext cx="429768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920240"/>
            <a:ext cx="64008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2029968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24528" y="2029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9659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Pmod BT2 Power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22037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— LED blinking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77440" y="206654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blink = ready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505456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505456"/>
            <a:ext cx="64008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24528" y="2615184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24528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2551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Pmod BT2 UART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2788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serial + $$$ command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77440" y="265176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 response received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090672"/>
            <a:ext cx="429768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090672"/>
            <a:ext cx="64008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24528" y="3200400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24528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3136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Loopback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11480" y="33741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TXD0 → RXD0 jumper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377440" y="323697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b'hello' echoed back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675888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675888"/>
            <a:ext cx="64008" cy="53035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24528" y="3785616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24528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37216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Pairing (Pi)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11480" y="39593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bluetoothctl pair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377440" y="382219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and trusted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261104"/>
            <a:ext cx="429768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4261104"/>
            <a:ext cx="64008" cy="53035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24528" y="4370832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24528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43068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Data Transfer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11480" y="4544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rfcomm + Python serial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377440" y="440740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received on UART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36592" y="749808"/>
            <a:ext cx="429768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36592" y="749808"/>
            <a:ext cx="64008" cy="53035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86800" y="859536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0" y="859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73752" y="7955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873752" y="1033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pinctrl GPIO17 toggle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39712" y="89611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buzz confirmed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36592" y="1335024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36592" y="1335024"/>
            <a:ext cx="64008" cy="53035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86800" y="1444752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86800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873752" y="13807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Red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4873752" y="16184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pinctrl GPIO27 toggle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839712" y="148132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illuminated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736592" y="1920240"/>
            <a:ext cx="429768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36592" y="1920240"/>
            <a:ext cx="64008" cy="5303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2029968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86800" y="2029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873752" y="19659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Green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4873752" y="22037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pinctrl GPIO26 toggle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839712" y="206654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illuminated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736592" y="2505456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36592" y="2505456"/>
            <a:ext cx="64008" cy="53035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686800" y="2615184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0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873752" y="2551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Mode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4873752" y="2788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spike (step % 8)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839712" y="265176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flash + buzzer + OLED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736592" y="3090672"/>
            <a:ext cx="429768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36592" y="3090672"/>
            <a:ext cx="64008" cy="5303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686800" y="3200400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68680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873752" y="31363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MQTT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4873752" y="33741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paho-mqtt publish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839712" y="323697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visible on dashboard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736592" y="3675888"/>
            <a:ext cx="4297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736592" y="3675888"/>
            <a:ext cx="64008" cy="53035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686800" y="3785616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68680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873752" y="37216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BT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4873752" y="39593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Bluetooth Terminal app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6839712" y="382219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stream received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736592" y="4261104"/>
            <a:ext cx="4297680" cy="530352"/>
          </a:xfrm>
          <a:prstGeom prst="rect">
            <a:avLst/>
          </a:prstGeom>
          <a:solidFill>
            <a:srgbClr val="E3F2FD"/>
          </a:solidFill>
          <a:ln w="6350">
            <a:solidFill>
              <a:srgbClr val="CCDD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36592" y="4261104"/>
            <a:ext cx="64008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686800" y="4370832"/>
            <a:ext cx="256032" cy="256032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68680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4873752" y="43068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4873752" y="4544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smartband_plot.py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6839712" y="440740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charts updating live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 ·  Hardware Integration &amp; System Demonstration  ·  Task 3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ENCOUNTERED &amp; RESOLUTIONS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377440" cy="292608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768096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749808"/>
            <a:ext cx="3108960" cy="292608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6352" y="768096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749808"/>
            <a:ext cx="2898648" cy="292608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16752" y="768096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042416"/>
            <a:ext cx="2377440" cy="438912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042416"/>
            <a:ext cx="3108960" cy="438912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042416"/>
            <a:ext cx="2898648" cy="438912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042416"/>
            <a:ext cx="64008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042416"/>
            <a:ext cx="64008" cy="4389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13385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not on i2cdetect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16352" y="113385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not enabled on Pi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0760" y="1133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raspi-config → Interface Options → I2C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517904"/>
            <a:ext cx="23774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1517904"/>
            <a:ext cx="31089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517904"/>
            <a:ext cx="2898648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517904"/>
            <a:ext cx="64008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1517904"/>
            <a:ext cx="64008" cy="4389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160934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blank screen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16352" y="1609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in column j (not on extender)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1609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all wires to column 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993392"/>
            <a:ext cx="2377440" cy="438912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1993392"/>
            <a:ext cx="3108960" cy="438912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1993392"/>
            <a:ext cx="2898648" cy="438912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1993392"/>
            <a:ext cx="64008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1993392"/>
            <a:ext cx="64008" cy="4389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08483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Pmod no response to $$$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16352" y="20848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5 UART not on GPIO14/15 by default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enable_uart=1 to /boot/firmware/config.txt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468880"/>
            <a:ext cx="23774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0" y="2468880"/>
            <a:ext cx="31089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468880"/>
            <a:ext cx="2898648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2468880"/>
            <a:ext cx="64008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0" y="2468880"/>
            <a:ext cx="64008" cy="4389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25603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CMD mode no response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16352" y="2560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serial device path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/dev/serial0 after enable_uart=1 reboot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2944368"/>
            <a:ext cx="2377440" cy="438912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0" y="2944368"/>
            <a:ext cx="3108960" cy="438912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944368"/>
            <a:ext cx="2898648" cy="438912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2944368"/>
            <a:ext cx="64008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944368"/>
            <a:ext cx="64008" cy="4389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03580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pairing failed (passkey)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816352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RN-42 uses fixed PIN, not passkey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8076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SA,0 (no auth) + SP,1234 (PIN) via UART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3419856"/>
            <a:ext cx="23774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0" y="3419856"/>
            <a:ext cx="31089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0" y="3419856"/>
            <a:ext cx="2898648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3419856"/>
            <a:ext cx="64008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43600" y="3419856"/>
            <a:ext cx="64008" cy="4389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351129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could not connect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816352" y="35112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rfcomm occupied the module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080760" y="3511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SR,Z, switched to direct UART in v3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74320" y="3895344"/>
            <a:ext cx="2377440" cy="438912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0" y="3895344"/>
            <a:ext cx="3108960" cy="438912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43600" y="3895344"/>
            <a:ext cx="2898648" cy="438912"/>
          </a:xfrm>
          <a:prstGeom prst="rect">
            <a:avLst/>
          </a:prstGeom>
          <a:solidFill>
            <a:srgbClr val="E3F2FD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3895344"/>
            <a:ext cx="64008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43600" y="3895344"/>
            <a:ext cx="64008" cy="4389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39867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Green not lighting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816352" y="39867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wire in GND row (a41)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080760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wire to LED Green row (a42)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4320" y="4370832"/>
            <a:ext cx="23774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0" y="4370832"/>
            <a:ext cx="31089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943600" y="4370832"/>
            <a:ext cx="2898648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CCDD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4320" y="4370832"/>
            <a:ext cx="64008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43600" y="4370832"/>
            <a:ext cx="64008" cy="4389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44622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font5x8.bin missing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816352" y="44622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not in working directory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080760" y="4462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from Adafruit GitHub to ~/smartband/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 ·  Hardware Integration &amp; System Demonstration  ·  Task 3  ·  HSHL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3200400" cy="32004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Delivered: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16736"/>
            <a:ext cx="256032" cy="256032"/>
          </a:xfrm>
          <a:prstGeom prst="ellipse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167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13350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SPP via Pmod BT2 — Android verified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256032" cy="256032"/>
          </a:xfrm>
          <a:prstGeom prst="ellipse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47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18653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SSD1306 OLED — 5 display screens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256032" cy="256032"/>
          </a:xfrm>
          <a:prstGeom prst="ellipse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23957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 + Buzzer emergency alerts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256032" cy="256032"/>
          </a:xfrm>
          <a:prstGeom prst="ellipse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" y="29260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ThingsBoard MQTT cloud telemetry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438144"/>
            <a:ext cx="256032" cy="256032"/>
          </a:xfrm>
          <a:prstGeom prst="ellipse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3232" y="3456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matplotlib dashboard (3 charts)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968496"/>
            <a:ext cx="256032" cy="256032"/>
          </a:xfrm>
          <a:prstGeom prst="ellipse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968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39867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tests — all passed ✓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37760" y="868680"/>
            <a:ext cx="3931920" cy="3730752"/>
          </a:xfrm>
          <a:prstGeom prst="rect">
            <a:avLst/>
          </a:prstGeom>
          <a:solidFill>
            <a:srgbClr val="0A2050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932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13350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Assemble Band01_Rev1 Smartband PCB hardware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74920" y="1856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Activate sensor calls in simple_peripheral.c and i2c_sensors.c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7492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Replace simulated data with real BLE data from Smartband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74920" y="2898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Implement BLE scanning on Pi (bluepy/bleak) for CHAR1 0xFFF1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74920" y="34198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Integrate OledThread &amp; AppThread (currently disabled in main.c)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74920" y="39410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Replace 0x7788 placeholder with real sensor readings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 ·  Masrur  ·  Hochschule Hamm-Lippstadt (HSHL)  ·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Smartband V001 — Hardware Integration Report</dc:title>
  <dc:subject>PptxGenJS Presentation</dc:subject>
  <dc:creator>Masrur</dc:creator>
  <cp:lastModifiedBy>Masrur</cp:lastModifiedBy>
  <cp:revision>1</cp:revision>
  <dcterms:created xsi:type="dcterms:W3CDTF">2026-06-04T10:03:47Z</dcterms:created>
  <dcterms:modified xsi:type="dcterms:W3CDTF">2026-06-04T10:03:47Z</dcterms:modified>
</cp:coreProperties>
</file>