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621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Build config
/ paths</c:v>
                </c:pt>
                <c:pt idx="1">
                  <c:v>Missing
include paths</c:v>
                </c:pt>
                <c:pt idx="2">
                  <c:v>Excluded
files</c:v>
                </c:pt>
                <c:pt idx="3">
                  <c:v>Language
dialect</c:v>
                </c:pt>
                <c:pt idx="4">
                  <c:v>Stale
macro</c:v>
                </c:pt>
                <c:pt idx="5">
                  <c:v>Predefined
symbols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F2-4F56-AE2B-BEB1265369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Rated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621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U101 (3.3V rail)</c:v>
                </c:pt>
                <c:pt idx="1">
                  <c:v>U102 (1.8V rail)</c:v>
                </c:pt>
                <c:pt idx="2">
                  <c:v>nRESET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</c:v>
                </c:pt>
                <c:pt idx="1">
                  <c:v>1.8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6B-42E8-AEAF-F14002EBF5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Measured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621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U101 (3.3V rail)</c:v>
                </c:pt>
                <c:pt idx="1">
                  <c:v>U102 (1.8V rail)</c:v>
                </c:pt>
                <c:pt idx="2">
                  <c:v>nRESET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3.3</c:v>
                </c:pt>
                <c:pt idx="1">
                  <c:v>0.57999999999999996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6B-42E8-AEAF-F14002EBF5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GB" sz="1200" b="0" i="0" u="none" strike="noStrike">
                    <a:solidFill>
                      <a:srgbClr val="6B7280"/>
                    </a:solidFill>
                    <a:latin typeface="Arial"/>
                  </a:rPr>
                  <a:t>Volts (V)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13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73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4360"/>
            <a:ext cx="246888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ELECTRONIC ENGINEERING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Monitor Smartband Rev-01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unexplained Bluetooth fault to a validated, cloud-connected wearable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201168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440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Engineering — Mat.Nr. 2210028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Prof. Dr.-Ing. João Paulo Javidi da Costa · Dr. Giovanni Almeida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1627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Goals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2770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3913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Bluetooth Mystery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08760" y="5056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Bring-Up Methodology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86600" y="1627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Profile &amp; Sensors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1792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086600" y="2770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FHIR &amp; Evidence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86600" y="3913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17920" y="4983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86600" y="50566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Summary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0136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64208"/>
            <a:ext cx="63550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unobtrusive vital-sign monitoring supports faster clinical intervention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1576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78608"/>
            <a:ext cx="63550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wearable hardware makes this accessible outside hospital equipment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63016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493008"/>
            <a:ext cx="63550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custom-built smartband — not a commercial tracker — gives full control over the sensor pipeline, wireless protocol, and backend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54456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407408"/>
            <a:ext cx="63550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a system meant to eventually integrate with hospital patient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0" y="173736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12203C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51460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Rev1's Bluetooth stack was failing with a hardware exception fault.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investigation blamed a genuine RF / silicon defect on the custom PCB.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Goals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11247120" cy="4526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2.2 — Health Monitor Smartband system 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Platform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0636" y="1385316"/>
            <a:ext cx="5341967" cy="4366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3749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166420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527048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CC2640R2FRSMR — 32-bit Cortex-M3, BLE 4.2/5.0 SoC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231136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093976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— pulse-oximetry / heart-rate (PPG)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98064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660904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MAX30205 — clinical-grade digital temperature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364992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227832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LIS331DLTR — 3-axis MEMS accelerometer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794760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 — on-device live readout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49884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361688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mAh LiPo battery + TP4056 charging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6208568" y="5785363"/>
            <a:ext cx="5013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— Band01_Rev1 PCB, top side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389120" cy="43891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20414"/>
            <a:ext cx="9144000" cy="23227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Bluetooth Mystery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45537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4805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stack faults with a hardware exception inside GAPRole_StartDevice().”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50474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investigation's conclusion: a genuine RF or silicon-level defect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56875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56144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set out to test that assumption from first principles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Bluetooth Mystery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Clean Rebuild, Not a Patch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" y="2103120"/>
            <a:ext cx="0" cy="36576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417320" y="16184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TI's own, completely unmodified SDK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1540" y="2999232"/>
            <a:ext cx="0" cy="36576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417320" y="2514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exactly one capability at a time — RTOS boot, UART, I2C, each sensor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1540" y="3895344"/>
            <a:ext cx="0" cy="36576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417320" y="34107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Rebuild, reflash, and observe real hardware behaviour after every change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1540" y="4791456"/>
            <a:ext cx="0" cy="36576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417320" y="43068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unexpected hang as a debugging opportunity, not a blocker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520293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reintroducing Bluetooth until the sensor firmware was fully proven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Bring-Up Methodology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Reveal — Finding the Bug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417320"/>
            <a:ext cx="525780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360" y="384048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5.2 — Stock BoardGpioInitTable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166420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52704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PIN_init() was silently failing at boot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4414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30428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stock LaunchPad board file configures LEDs, buttons, SPI flash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321868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08152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that hardware exists on Rev1's custom PCB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40080" y="399592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85876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fault signature reappeared in an unmodified BLE example project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Bluetooth Mystery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Reveal — The Fix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417320"/>
            <a:ext cx="5257800" cy="1819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360" y="32918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5.5 — I2C pin correction, applied in two places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166420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52704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files stripped to only the pins Rev1 actually has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44144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30428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same fix unblocked the original Bluetooth project cleanly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321868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08152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independently with nRF Connect: full advertising + connection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2203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Rev1's CC2640R2F radio hardware was, and is, fully functional.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Bluetooth Mystery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GATT Profile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2606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/ Write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byte, whole °C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Accelerometer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byte, int8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Measurement-interval config.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 + worn flag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raw value (PPG proxy)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bytes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49884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4361688"/>
            <a:ext cx="10561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CHAR4 widened from 1 byte to a 2-byte [BPM, worn] array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504748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4910328"/>
            <a:ext cx="10561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CHAR5 padded to satisfy a 5-byte length check, re-permissioned to drop an unnecessary pairing requirement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Profile &amp; Sensors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Unplanned Detour: CCS 21 Migration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12.8.1 lost the ability to talk to the debug probe mid-project — 10 build-system issues, individually diagnosed: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83080"/>
          <a:ext cx="108813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2203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ten resolved — clean, reproducible builds and full debug access restored.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Bring-Up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Bridge: From Sensor to Firestore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4767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Bluefy browser connects over Web Bluetooth (the only iOS option supporting it)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95351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69748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CHAR4 notifications; polls CHAR1/CHAR2 every 5 seconds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95935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70332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parsed and written into a per-patient Firestore document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96519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7091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rate-limited to ~30s to stay within the Firestore free-tier quota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FHIR &amp;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Dashboard: What Hospital Staff See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6492240" cy="3072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 — Doctor-facing dashboard view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0" y="180136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664208"/>
            <a:ext cx="3977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heart rate, temperature, and acceleration for the selected patient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0" y="257860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7635240" y="2441448"/>
            <a:ext cx="3977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“Worn” status and a historical trend chart, updated as readings arrive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335584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3218688"/>
            <a:ext cx="3977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“Live” badge tied directly to Firestore's freshness window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0" y="413308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3995928"/>
            <a:ext cx="3977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browser page — no app install needed on the hospital side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FHIR &amp;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Registration &amp; Band Management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3640" y="1371600"/>
            <a:ext cx="5349240" cy="2889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3640" y="4343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 — Self-registration &amp; band binding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80136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6420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self-registers once and receives a unique Band ID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57860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44144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 binds a physical band to a patient via “Bind live feed”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35584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1868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schema keys every reading by patient ID from day one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413308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995928"/>
            <a:ext cx="5074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already supports multiple concurrent patients — even with a single physical unit today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FHIR &amp;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Proof: nRF Connect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75320" y="1280160"/>
            <a:ext cx="1874520" cy="4059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384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6.4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180136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664208"/>
            <a:ext cx="69037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BLE scanner — zero dependency on this project's own code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62432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487168"/>
            <a:ext cx="69037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advertising as “Health Monitor HSHL”, confirmed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344728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310128"/>
            <a:ext cx="69037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GATT characteristics populated with live values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40080" y="427024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133088"/>
            <a:ext cx="69037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CHAR4 Notify subscription delivering real-time updates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FHIR &amp;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FHIR R4 Interoperability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417320"/>
            <a:ext cx="5577840" cy="33924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0" y="4892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5.3 — FHIR R4 Lab Inspector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755648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18488"/>
            <a:ext cx="4983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 converted into standards-compliant HL7 FHIR resources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596896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459736"/>
            <a:ext cx="4983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heart rate &amp; temperature mapped to coded LOINC Observations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438144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300984"/>
            <a:ext cx="4983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Deliberate: Rev1 doesn't measure SpO₂, BP, or HRV — nothing fabricated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4279392"/>
            <a:ext cx="118872" cy="1188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142232"/>
            <a:ext cx="4983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hospital-side integration, independent of the dashboard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FHIR &amp;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Power 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only, debug probe fully disconnected — the configuration a finished wearable actually runs in: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554480" y="1828800"/>
          <a:ext cx="9052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— Reported Honestly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U102 Regulator Fault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1.8V rail fails to reach rated output on battery alone — prevents fully standalone operation on this physical unit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EAF5F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fixes identified: bridge to 3.3V via R121, or replace U102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8660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Jumper Conflict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probe + external power connected simultaneously degrades nRESET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388620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EA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3434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affects development, not normal worn use — hardware fix proposed for Rev2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Outlook: Already Adopted into Rev2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41732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4709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J.1 — Band01_Rev1 schematic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5361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Architecture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0120" y="1920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P10 jumper with a proper power-OR circuit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587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Process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60120" y="29718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 SDK board file against the real schematic first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6393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Reliability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60120" y="40233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battery-only operation early and repeatedly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Summary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389120" cy="43891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19807"/>
            <a:ext cx="9144000" cy="1923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43159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an unexplained Bluetooth fault into a fully documented root cause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7731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up 3 sensors, a full GATT profile, and an OLED — each independently verified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52303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the toolchain through 10 diagnosed build-system issues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56875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623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live, standards-compliant (FHIR R4) cloud data pipeline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61447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6080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open limitations honestly — not hidden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Summary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16-entry IEEE bibliography is provided in the written report.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Texas Instruments, “CC2640R2F SimpleLink Bluetooth Low Energy Wireless MCU,” Datasheet SWRS204, 2020.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271576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STMicroelectronics, “LIS331DLH / LIS331DLTR MEMS Digital Output Motion Sensor,” Datasheet.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3648456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Analog Devices / Maxim Integrated, “MAX30205: Human Body Temperature Sensor,” Datasheet.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581144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Bluetooth SIG, “Bluetooth Core Specification,” Vol. 3, Part G — GATT.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5513832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Analog Devices / Maxim Integrated, “MAX30102: High-Sensitivity Pulse Oximeter and Heart-Rate Sensor,” Datasheet, 2018.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63640" y="178308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W3C Web Bluetooth Community Group, “Web Bluetooth Specification,” Editor's Draft.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271576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Google, “Cloud Firestore Documentation,” Firebase Developer Documentation.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3648456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HL7 International, “FHIR R4 (Fast Healthcare Interoperability Resources), Release 4.”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4581144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Regenstrief Institute, “LOINC (Logical Observation Identifiers Names and Codes).”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65960"/>
            <a:ext cx="2743200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1329</Words>
  <Application>Microsoft Office PowerPoint</Application>
  <PresentationFormat>Widescreen</PresentationFormat>
  <Paragraphs>238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Masrur Jamil Prochchhod</cp:lastModifiedBy>
  <cp:revision>3</cp:revision>
  <dcterms:created xsi:type="dcterms:W3CDTF">2026-08-03T08:54:03Z</dcterms:created>
  <dcterms:modified xsi:type="dcterms:W3CDTF">2026-08-03T12:57:39Z</dcterms:modified>
</cp:coreProperties>
</file>